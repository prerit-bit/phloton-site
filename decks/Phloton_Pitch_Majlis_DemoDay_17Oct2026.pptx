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microsoft.com/office/2007/relationships/media" Target="../media/media1.mp4"/><Relationship Id="rId4" Type="http://schemas.openxmlformats.org/officeDocument/2006/relationships/video" Target="../media/media1.mp4"/><Relationship Id="rId5" Type="http://schemas.openxmlformats.org/officeDocument/2006/relationships/image" Target="../media/image5.jpg"/><Relationship Id="rId6" Type="http://schemas.microsoft.com/office/2007/relationships/media" Target="../media/media2.mp4"/><Relationship Id="rId7" Type="http://schemas.openxmlformats.org/officeDocument/2006/relationships/video" Target="../media/media2.mp4"/><Relationship Id="rId8" Type="http://schemas.openxmlformats.org/officeDocument/2006/relationships/image" Target="../media/image6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microsoft.com/office/2007/relationships/media" Target="../media/media3.mp4"/><Relationship Id="rId4" Type="http://schemas.openxmlformats.org/officeDocument/2006/relationships/video" Target="../media/media3.mp4"/><Relationship Id="rId5" Type="http://schemas.openxmlformats.org/officeDocument/2006/relationships/image" Target="../media/image16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dashboard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50838" y="3175000"/>
            <a:ext cx="5448163" cy="3067050"/>
          </a:xfrm>
          <a:prstGeom prst="rect">
            <a:avLst/>
          </a:prstGeom>
        </p:spPr>
      </p:pic>
      <p:pic>
        <p:nvPicPr>
          <p:cNvPr id="4" name="device.mp4">
            <a:hlinkClick r:id="" action="ppaction://media"/>
          </p:cNvPr>
          <p:cNvPicPr>
            <a:picLocks noChangeAspect="1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8927876" y="1295400"/>
            <a:ext cx="2819329" cy="4953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9" repeatCount="indefinite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video>
            <p:video>
              <p:cMediaNode vol="80000">
                <p:cTn id="10" repeatCount="indefinite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video>
          </p:childTnLst>
        </p:cTn>
      </p:par>
    </p:tnLst>
    <p:bldLst/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film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409664" y="908050"/>
            <a:ext cx="9372365" cy="5270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video>
          </p:childTnLst>
        </p:cTn>
      </p:par>
    </p:tnLst>
    <p:bldLst/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